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486400" cy="8229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400" b="1">
                <a:solidFill>
                  <a:srgbClr val="2C3E50"/>
                </a:solidFill>
                <a:latin typeface="Montserrat"/>
              </a:defRPr>
            </a:pPr>
            <a:r>
              <a:t>Frontend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3200">
                <a:solidFill>
                  <a:srgbClr val="2C3E50"/>
                </a:solidFill>
                <a:latin typeface="Montserrat"/>
              </a:defRPr>
            </a:pPr>
            <a:r>
              <a:t>Create Stunning HTML Presentations</a:t>
            </a:r>
          </a:p>
          <a:p>
            <a:r>
              <a:t>with Zero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2980B9"/>
                </a:solidFill>
                <a:latin typeface="Montserrat"/>
              </a:defRPr>
            </a:pPr>
            <a:r>
              <a:t>Most presentation tools force you to choose: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Design quality OR ease of use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Dependencies OR modern features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Templates OR customization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Describe your vision OR see what you 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ontserrat"/>
              </a:defRPr>
            </a:pPr>
            <a:r>
              <a:t>Frontend Slides: Show, Don't Tell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defRPr sz="3600">
                <a:solidFill>
                  <a:srgbClr val="ECF0F1"/>
                </a:solidFill>
                <a:latin typeface="Montserrat"/>
              </a:defRPr>
            </a:pPr>
            <a:r>
              <a:t>A Claude Code skill that creates beautiful,</a:t>
            </a:r>
          </a:p>
          <a:p>
            <a:r>
              <a:t>animation-rich HTML presentations through visual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Core Philosophy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  <a:latin typeface="Montserrat"/>
              </a:defRPr>
            </a:pPr>
            <a:r>
              <a:t>🎯 Zero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Single HTML files. No npm, no build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560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  <a:latin typeface="Montserrat"/>
              </a:defRPr>
            </a:pPr>
            <a:r>
              <a:t>👁️ Show, Don't Tell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Pick from visual previews.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  <a:latin typeface="Montserrat"/>
              </a:defRPr>
            </a:pPr>
            <a:r>
              <a:t>✨ Anti-AI-Slop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126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12 curated distinctive styles.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0292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  <a:latin typeface="Montserrat"/>
              </a:defRPr>
            </a:pPr>
            <a:r>
              <a:t>📱 Production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126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Accessible, responsive, customizable.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1. Tell Claude: "Create a pitch deck"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2. Describe your content and feeling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3. See 3 visual style previews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4. Get your presentation, auto-opened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12 Curated Styles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6400800" cy="5029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Dark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Bold Signal - High-impact, vibrant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Electric Studio - Professional, clean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Creative Voltage - Energetic, neon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Dark Botanical - Elegant, sophisticated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6400800" cy="5029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Light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Notebook Tabs - Editorial, organized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Pastel Geometry - Friendly, approachable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Split Pastel - Playful, modern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Vintage Editorial - Witty, personality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PowerPoint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6B35"/>
                </a:solidFill>
                <a:latin typeface="Montserrat"/>
              </a:defRPr>
            </a:pPr>
            <a:r>
              <a:t>Transform PPT to Web in 4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1. Extract - All text, images, and notes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2. Preview - Confirm extracted content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3. Style - Pick your visual aesthetic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4. Generate - HTML with all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  <a:latin typeface="Montserrat"/>
              </a:defRPr>
            </a:pPr>
            <a:r>
              <a:t>📐 Viewport 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Every slide fits in 100vh. No scrolling.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560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  <a:latin typeface="Montserrat"/>
              </a:defRPr>
            </a:pPr>
            <a:r>
              <a:t>🎨 Distinctive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Curated fonts, bold colors, atmosphere.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  <a:latin typeface="Montserrat"/>
              </a:defRPr>
            </a:pPr>
            <a:r>
              <a:t>🎬 Rich Animations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126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CSS-only micro-interactions.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029200"/>
            <a:ext cx="59436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  <a:latin typeface="Montserrat"/>
              </a:defRPr>
            </a:pPr>
            <a:r>
              <a:t>📝 Well-Commented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126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Montserrat"/>
              </a:defRPr>
            </a:pPr>
            <a:r>
              <a:t>Future-you will thank present-you.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6400800" cy="5029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Perfect For: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🚀 Startup pitch decks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📊 Product launches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🎓 Teaching and tutorials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💼 Conference talks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6400800" cy="5029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Why Choose HTML?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Works offline forever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Easy to embed and share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Lightweight (50-200KB)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Full control over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3600">
                <a:solidFill>
                  <a:srgbClr val="FFFFFF"/>
                </a:solidFill>
                <a:latin typeface="Courier New"/>
              </a:defRPr>
            </a:pPr>
            <a:r>
              <a:t>/plugin marketplace add zarazhangrui/frontend-slides</a:t>
            </a:r>
          </a:p>
          <a:p>
            <a:r>
              <a:t>/plugin install frontend-slides@frontend-slides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B35"/>
                </a:solidFill>
                <a:latin typeface="Montserrat"/>
              </a:defRPr>
            </a:pPr>
            <a:r>
              <a:t>Installation - Two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Progressive Disclosure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2980B9"/>
                </a:solidFill>
                <a:latin typeface="Montserrat"/>
              </a:defRPr>
            </a:pPr>
            <a:r>
              <a:t>Main skill: ~180 lines (concise workflow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Supporting files loaded on-demand: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• Style presets (12 themes)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• Viewport responsive CSS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• Animation patterns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• PPT extraction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Share Your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6400800" cy="5029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Deploy to Live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bash scripts/deploy.sh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→ Permanent Vercel URL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→ Works on all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6400800" cy="5029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2860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Export to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00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bash scripts/export-pdf.sh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→ For email, Slack, Notion</a:t>
            </a:r>
          </a:p>
          <a:p>
            <a:pPr>
              <a:spcAft>
                <a:spcPts val="1500"/>
              </a:spcAft>
              <a:defRPr sz="2400">
                <a:solidFill>
                  <a:srgbClr val="FFFFFF"/>
                </a:solidFill>
                <a:latin typeface="Montserrat"/>
              </a:defRPr>
            </a:pPr>
            <a:r>
              <a:t>→ Static snapshot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  <a:latin typeface="Montserrat"/>
              </a:defRPr>
            </a:pPr>
            <a:r>
              <a:t>"You don't need to be a designer"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You just need to react to what you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  <a:latin typeface="Montserrat"/>
              </a:defRPr>
            </a:pPr>
            <a:r>
              <a:t>"Dependencies are debt"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A single HTML file works in 10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  <a:latin typeface="Montserrat"/>
              </a:defRPr>
            </a:pPr>
            <a:r>
              <a:t>"Generic is forgettable"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83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Every presentation feels custom-crafted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Why Frontend Slides?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❌ Generic AI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B35"/>
                </a:solidFill>
                <a:latin typeface="Montserrat"/>
              </a:defRPr>
            </a:pPr>
            <a:r>
              <a:t>✅ Curated Distinctive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Purple gradients, Inter font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B35"/>
                </a:solidFill>
                <a:latin typeface="Montserrat"/>
              </a:defRPr>
            </a:pPr>
            <a:r>
              <a:t>Bold choices, unique fonts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❌ Describe What You Want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B35"/>
                </a:solidFill>
                <a:latin typeface="Montserrat"/>
              </a:defRPr>
            </a:pPr>
            <a:r>
              <a:t>✅ Show and Pick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C3E50"/>
                </a:solidFill>
                <a:latin typeface="Montserrat"/>
              </a:defRPr>
            </a:pPr>
            <a:r>
              <a:t>"Make it modern..."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852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B35"/>
                </a:solidFill>
                <a:latin typeface="Montserrat"/>
              </a:defRPr>
            </a:pPr>
            <a:r>
              <a:t>Here are 3 options. Which one?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3E50"/>
                </a:solidFill>
                <a:latin typeface="Montserrat"/>
              </a:defRPr>
            </a:pPr>
            <a: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1. Install: /plugin marketplace add zarazhangrui/frontend-slides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2. Run: /frontend-slides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3. Pick a style you love</a:t>
            </a:r>
          </a:p>
          <a:p>
            <a:pPr>
              <a:spcAft>
                <a:spcPts val="2000"/>
              </a:spcAft>
              <a:defRPr sz="2800">
                <a:solidFill>
                  <a:srgbClr val="2C3E50"/>
                </a:solidFill>
                <a:latin typeface="Montserrat"/>
              </a:defRPr>
            </a:pPr>
            <a:r>
              <a:t>4. Share with the world 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>
                <a:solidFill>
                  <a:srgbClr val="FFFFFF"/>
                </a:solidFill>
                <a:latin typeface="Montserrat"/>
              </a:defRPr>
            </a:pPr>
            <a:r>
              <a:t>github.com/zarazhangrui/frontend-slides</a:t>
            </a:r>
          </a:p>
          <a:p/>
          <a:p>
            <a:r>
              <a:t>Let's make the web beautiful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